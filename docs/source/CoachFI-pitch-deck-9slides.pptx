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statement:
People do not need more content. They need a guide. CoachFi is an AI avatar coach that helps users understand their financial situation, build habits, and learn investing step by step with on-chain rewards.
[Sources]
- Visual asset: OpenAI-generated avatar crop from internal generated concept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Set up the problem as chaos, not lack of information. Existing financial content is fragmented and passive. Users need structure, accountability, and personalization.
[Sources]
- No external claims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Position CoachFi as an AI coach, not an investment advisor. The core is education, readiness, and better habits.
[Sources]
- Visual asset: OpenAI-generated headset avatar crop from internal generated concept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Walk quickly through the product journey. This is ideal for a hackathon demo because it is simple, visual, and easy to validate live.
[Sources]
- No external claims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Explain that the product feels like a persistent companion: coach chat, structured paths, progress, and habit loops.
[Sources]
- Visual asset: OpenAI-generated phone UI crop from internal generated concept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Make the reward logic very clear: users are rewarded for learning and habit formation, not for risky trading behavior.
[Sources]
- No external claims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Why Solana is simple: we need instant and inexpensive on-chain interactions for badges, rewards, and user progression.
[Sources]
- No external claims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Explain that the same engine can power consumer subscriptions and partnership distribution. Keep it simple and credible.
[Sources]
- No external claims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
We are not building an AI that tells people what to buy. We are building an AI coach that helps people become ready to make better financial decisions.
[Sources]
- Visual asset: OpenAI-generated avatar crop from internal generated concept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8">
              <a:alpha val="85000"/>
            </a:srgbClr>
          </a:solidFill>
          <a:ln w="12700">
            <a:solidFill>
              <a:srgbClr val="0B102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0FF">
                    <a:alpha val="80000"/>
                  </a:srgbClr>
                </a:solidFill>
              </a:rPr>
              <a:t>CoachFi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</a:rPr>
              <a:t>CoachFi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AI Avatar Coach for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Financial Growth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3108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3E0"/>
                </a:solidFill>
              </a:rPr>
              <a:t>Learn money. Build habits. Make smarter decisions. Earn progress on-chain.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9834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55E6C1">
              <a:alpha val="92000"/>
            </a:srgbClr>
          </a:solidFill>
          <a:ln w="12700">
            <a:solidFill>
              <a:srgbClr val="55E6C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503834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Built on Solana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49834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57C7FF">
              <a:alpha val="92000"/>
            </a:srgbClr>
          </a:solidFill>
          <a:ln w="12700">
            <a:solidFill>
              <a:srgbClr val="57C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503834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Education-first</a:t>
            </a:r>
            <a:endParaRPr lang="en-US" sz="1100" dirty="0"/>
          </a:p>
        </p:txBody>
      </p:sp>
      <p:pic>
        <p:nvPicPr>
          <p:cNvPr id="9" name="Image 0" descr="/mnt/data/coachfi_avatar_clean2.png">    </p:cNvPr>
          <p:cNvPicPr>
            <a:picLocks noChangeAspect="1"/>
          </p:cNvPicPr>
          <p:nvPr/>
        </p:nvPicPr>
        <p:blipFill>
          <a:blip r:embed="rId1"/>
          <a:srcRect l="0" r="0" t="27973" b="27973"/>
          <a:stretch/>
        </p:blipFill>
        <p:spPr>
          <a:xfrm>
            <a:off x="7498080" y="594360"/>
            <a:ext cx="3657600" cy="5394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411480"/>
            <a:ext cx="4023360" cy="5715000"/>
          </a:xfrm>
          <a:prstGeom prst="roundRect">
            <a:avLst>
              <a:gd name="adj" fmla="val 4091"/>
            </a:avLst>
          </a:prstGeom>
          <a:solidFill>
            <a:srgbClr val="0A0F20">
              <a:alpha val="18000"/>
            </a:srgbClr>
          </a:solidFill>
          <a:ln w="12700">
            <a:solidFill>
              <a:srgbClr val="9B63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Duolingo for finance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+ AI coach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+ Solana rewards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Financial education is broken.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People do not fail because information is missing. They fail because guidance, structure, and consistency are missing.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883664"/>
            <a:ext cx="384048" cy="384048"/>
          </a:xfrm>
          <a:prstGeom prst="ellipse">
            <a:avLst/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Too much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information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0976" y="26974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3E0"/>
                </a:solidFill>
              </a:rPr>
              <a:t>Users bounce between videos, X threads, and creators without a real plan.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41B38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45736" y="1883664"/>
            <a:ext cx="384048" cy="384048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No personal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path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45736" y="26974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3E0"/>
                </a:solidFill>
              </a:rPr>
              <a:t>Most courses are generic and do not adapt to goals, time, or current financial reality.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21040" y="16459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0496" y="1883664"/>
            <a:ext cx="384048" cy="384048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Low consistency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40496" y="26974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3E0"/>
                </a:solidFill>
              </a:rPr>
              <a:t>Learning dies fast when there is no coach, no accountability, and no feedback loop.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166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What people actually need is a guide that understands where they are now and helps them progress every week.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Meet the AI Avatar Coach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An education-first product that assesses readiness, personalizes learning, and reinforces habits.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400800" cy="4389120"/>
          </a:xfrm>
          <a:prstGeom prst="roundRect">
            <a:avLst>
              <a:gd name="adj" fmla="val 2500"/>
            </a:avLst>
          </a:prstGeom>
          <a:solidFill>
            <a:srgbClr val="121933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E6C1"/>
                </a:solidFill>
              </a:rPr>
              <a:t>CoachFi does not tell users what to buy.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It helps them become financially ready before they make decisions.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51560" y="2980944"/>
            <a:ext cx="146304" cy="146304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2926080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Financial health check and readiness score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3493008"/>
            <a:ext cx="146304" cy="146304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3438144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Personalized education path based on goals, time, and level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51560" y="4005072"/>
            <a:ext cx="146304" cy="146304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3950208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Habit coaching, reminders, streaks, and accountability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" y="4517136"/>
            <a:ext cx="146304" cy="146304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4462272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Exchange onboarding and safe investing/trading basics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51560" y="5029200"/>
            <a:ext cx="146304" cy="146304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4974336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On-chain proof of progress through badges and rewards</a:t>
            </a:r>
            <a:endParaRPr lang="en-US" sz="1700" dirty="0"/>
          </a:p>
        </p:txBody>
      </p:sp>
      <p:pic>
        <p:nvPicPr>
          <p:cNvPr id="17" name="Image 0" descr="/mnt/data/coachfi_avatar_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327" y="1645920"/>
            <a:ext cx="3092027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A simple flow the jury can understand in under 15 seconds.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234440" y="3246120"/>
            <a:ext cx="9509760" cy="0"/>
          </a:xfrm>
          <a:prstGeom prst="line">
            <a:avLst/>
          </a:prstGeom>
          <a:noFill/>
          <a:ln w="12700">
            <a:solidFill>
              <a:srgbClr val="2730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697480"/>
            <a:ext cx="566928" cy="566928"/>
          </a:xfrm>
          <a:prstGeom prst="ellipse">
            <a:avLst/>
          </a:prstGeom>
          <a:solidFill>
            <a:srgbClr val="55E6C1"/>
          </a:solidFill>
          <a:ln w="12700">
            <a:solidFill>
              <a:srgbClr val="55E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816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11E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Assess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40690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financial health, goals, knowledge,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2697480"/>
            <a:ext cx="566928" cy="566928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816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11E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44952" y="352044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Personalize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72968" y="40690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generate the right path for this user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24144" y="2697480"/>
            <a:ext cx="566928" cy="566928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144" y="2816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11E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12664" y="352044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171D3A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Teach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40680" y="40690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micro-lessons, coach chats, exchange basics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91856" y="2697480"/>
            <a:ext cx="566928" cy="566928"/>
          </a:xfrm>
          <a:prstGeom prst="ellipse">
            <a:avLst/>
          </a:prstGeom>
          <a:solidFill>
            <a:srgbClr val="FFC956"/>
          </a:solidFill>
          <a:ln w="12700">
            <a:solidFill>
              <a:srgbClr val="FFC9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91856" y="2816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11E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580376" y="352044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Test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08392" y="40690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quizzes, challenges, and checkpoint tasks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59568" y="2697480"/>
            <a:ext cx="566928" cy="566928"/>
          </a:xfrm>
          <a:prstGeom prst="ellipse">
            <a:avLst/>
          </a:prstGeom>
          <a:solidFill>
            <a:srgbClr val="D355FF"/>
          </a:solidFill>
          <a:ln w="12700">
            <a:solidFill>
              <a:srgbClr val="D35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59568" y="2816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11E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848088" y="352044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94392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Reward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76104" y="40690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XP, badges, tokens, and unlocked levels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669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This is the MVP demo flow: onboarding → lesson → quiz → reward → next level.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Product preview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A personal finance coach in your pocket.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977640" cy="4754880"/>
          </a:xfrm>
          <a:prstGeom prst="roundRect">
            <a:avLst>
              <a:gd name="adj" fmla="val 2759"/>
            </a:avLst>
          </a:prstGeom>
          <a:solidFill>
            <a:srgbClr val="0D132A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Coach chat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3E0"/>
                </a:solidFill>
              </a:rPr>
              <a:t>“Hi Alex 👋 Today we focus on your emergency fund and your weekly habit streak.”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Core modules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3310128"/>
            <a:ext cx="2468880" cy="347472"/>
          </a:xfrm>
          <a:prstGeom prst="roundRect">
            <a:avLst>
              <a:gd name="adj" fmla="val 18421"/>
            </a:avLst>
          </a:prstGeom>
          <a:solidFill>
            <a:srgbClr val="192246"/>
          </a:solidFill>
          <a:ln w="12700">
            <a:solidFill>
              <a:srgbClr val="273052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40156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Money basics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785616"/>
            <a:ext cx="2468880" cy="347472"/>
          </a:xfrm>
          <a:prstGeom prst="roundRect">
            <a:avLst>
              <a:gd name="adj" fmla="val 18421"/>
            </a:avLst>
          </a:prstGeom>
          <a:solidFill>
            <a:srgbClr val="131A34"/>
          </a:solidFill>
          <a:ln w="12700">
            <a:solidFill>
              <a:srgbClr val="27305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8770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Investing fundamentals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261104"/>
            <a:ext cx="2468880" cy="347472"/>
          </a:xfrm>
          <a:prstGeom prst="roundRect">
            <a:avLst>
              <a:gd name="adj" fmla="val 18421"/>
            </a:avLst>
          </a:prstGeom>
          <a:solidFill>
            <a:srgbClr val="131A34"/>
          </a:solidFill>
          <a:ln w="12700">
            <a:solidFill>
              <a:srgbClr val="273052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35254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Exchange onboarding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736592"/>
            <a:ext cx="2468880" cy="347472"/>
          </a:xfrm>
          <a:prstGeom prst="roundRect">
            <a:avLst>
              <a:gd name="adj" fmla="val 18421"/>
            </a:avLst>
          </a:prstGeom>
          <a:solidFill>
            <a:srgbClr val="131A34"/>
          </a:solidFill>
          <a:ln w="12700">
            <a:solidFill>
              <a:srgbClr val="273052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82803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8FF"/>
                </a:solidFill>
              </a:rPr>
              <a:t>Trading basics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4406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C956">
              <a:alpha val="92000"/>
            </a:srgbClr>
          </a:solidFill>
          <a:ln w="12700">
            <a:solidFill>
              <a:srgbClr val="FFC95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5495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12-day streak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12848" y="544068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55E6C1">
              <a:alpha val="92000"/>
            </a:srgbClr>
          </a:solidFill>
          <a:ln w="12700">
            <a:solidFill>
              <a:srgbClr val="55E6C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40864" y="54955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Level 7</a:t>
            </a:r>
            <a:endParaRPr lang="en-US" sz="1100" dirty="0"/>
          </a:p>
        </p:txBody>
      </p:sp>
      <p:pic>
        <p:nvPicPr>
          <p:cNvPr id="20" name="Image 0" descr="/mnt/data/coachfi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4679" y="1234440"/>
            <a:ext cx="420416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Gamification &amp; on-chain rewards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We reward the right behaviors: learning, consistency, and proven progress.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039112"/>
            <a:ext cx="347472" cy="347472"/>
          </a:xfrm>
          <a:prstGeom prst="ellipse">
            <a:avLst/>
          </a:prstGeom>
          <a:solidFill>
            <a:srgbClr val="55E6C1"/>
          </a:solidFill>
          <a:ln w="12700">
            <a:solidFill>
              <a:srgbClr val="55E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Complete lessons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313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3E0"/>
                </a:solidFill>
              </a:rPr>
              <a:t>Earn XP and unlock the next level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171D3A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3096" y="2039112"/>
            <a:ext cx="347472" cy="347472"/>
          </a:xfrm>
          <a:prstGeom prst="ellipse">
            <a:avLst/>
          </a:prstGeom>
          <a:solidFill>
            <a:srgbClr val="9B63FF"/>
          </a:solidFill>
          <a:ln w="12700">
            <a:solidFill>
              <a:srgbClr val="9B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Pass quizzes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13448" y="2313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3E0"/>
                </a:solidFill>
              </a:rPr>
              <a:t>Verify knowledge before rewards are released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96696" y="3730752"/>
            <a:ext cx="347472" cy="347472"/>
          </a:xfrm>
          <a:prstGeom prst="ellipse">
            <a:avLst/>
          </a:prstGeom>
          <a:solidFill>
            <a:srgbClr val="FFC956"/>
          </a:solidFill>
          <a:ln w="12700">
            <a:solidFill>
              <a:srgbClr val="FFC9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Build streaks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7048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3E0"/>
                </a:solidFill>
              </a:rPr>
              <a:t>Turn small actions into repeatable habits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3096" y="3730752"/>
            <a:ext cx="347472" cy="347472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Earn badges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13448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3E0"/>
                </a:solidFill>
              </a:rPr>
              <a:t>Create visible proof of progress on-chain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440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The token layer is utility, reputation, and access — not speculative advice.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Why Solana?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The reward layer only works if transactions are fast, cheap, and consumer-friendly.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5E6C1"/>
                </a:solidFill>
              </a:rPr>
              <a:t>Perfect for a high-frequency consumer app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97280" y="2386584"/>
            <a:ext cx="146304" cy="146304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331720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Instant, low-cost micro-rewards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2953512"/>
            <a:ext cx="146304" cy="146304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898648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Scalable user progression and badges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3520440"/>
            <a:ext cx="146304" cy="146304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3465576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A strong Web3 ecosystem for distribution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97280" y="4087368"/>
            <a:ext cx="146304" cy="146304"/>
          </a:xfrm>
          <a:prstGeom prst="ellipse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4032504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F8FF"/>
                </a:solidFill>
              </a:rPr>
              <a:t>A natural home for consumer-facing gamified experiences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828800" cy="438912"/>
          </a:xfrm>
          <a:prstGeom prst="parallelogram">
            <a:avLst/>
          </a:prstGeom>
          <a:solidFill>
            <a:srgbClr val="55E6C1"/>
          </a:solidFill>
          <a:ln w="12700">
            <a:solidFill>
              <a:srgbClr val="55E6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788920"/>
            <a:ext cx="1828800" cy="438912"/>
          </a:xfrm>
          <a:prstGeom prst="parallelogram">
            <a:avLst/>
          </a:prstGeom>
          <a:solidFill>
            <a:srgbClr val="57C7FF"/>
          </a:solidFill>
          <a:ln w="12700">
            <a:solidFill>
              <a:srgbClr val="57C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566160"/>
            <a:ext cx="1828800" cy="438912"/>
          </a:xfrm>
          <a:prstGeom prst="parallelogram">
            <a:avLst/>
          </a:prstGeom>
          <a:solidFill>
            <a:srgbClr val="D355FF"/>
          </a:solidFill>
          <a:ln w="12700">
            <a:solidFill>
              <a:srgbClr val="D35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F"/>
                </a:solidFill>
              </a:rPr>
              <a:t>Fast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5548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F"/>
                </a:solidFill>
              </a:rPr>
              <a:t>Cheap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55480" y="3566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8FF"/>
                </a:solidFill>
              </a:rPr>
              <a:t>Scalable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69480" y="4983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8FF"/>
                </a:solidFill>
              </a:rPr>
              <a:t>Real-time on-chain progress for real people.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F"/>
                </a:solidFill>
              </a:rPr>
              <a:t>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3E0"/>
                </a:solidFill>
              </a:rPr>
              <a:t>Multiple distribution paths from a single education + habit engine.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B2C app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78408" y="256032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3E0"/>
                </a:solidFill>
              </a:rPr>
              <a:t>Freemium core, premium paths, advanced tracks, and cosmetic avatar upgrades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78308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171D3A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5E6C1"/>
                </a:solidFill>
              </a:rPr>
              <a:t>B2B partnerships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73168" y="256032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3E0"/>
                </a:solidFill>
              </a:rPr>
              <a:t>Exchanges, fintechs, and communities that want safer onboarding and stronger retention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66760" y="178308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11172F"/>
          </a:solidFill>
          <a:ln w="12700">
            <a:solidFill>
              <a:srgbClr val="27305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8FF"/>
                </a:solidFill>
              </a:rPr>
              <a:t>Token utility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67928" y="256032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3E0"/>
                </a:solidFill>
              </a:rPr>
              <a:t>Access, community status, challenge entry, and proof-of-progress reputation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6509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F"/>
                </a:solidFill>
              </a:rPr>
              <a:t>Start with education. Expand into the default operating system for financial readiness.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F"/>
                </a:solidFill>
              </a:rPr>
              <a:t>CoachFi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F"/>
                </a:solidFill>
              </a:rPr>
              <a:t>The operating system for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6F8FF"/>
                </a:solidFill>
              </a:rPr>
              <a:t>financial readiness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3E0"/>
                </a:solidFill>
              </a:rPr>
              <a:t>We do not give people answers. We build people who make better decisions for life.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709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55E6C1">
              <a:alpha val="92000"/>
            </a:srgbClr>
          </a:solidFill>
          <a:ln w="12700">
            <a:solidFill>
              <a:srgbClr val="55E6C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476402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Learn smarter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57984" y="47091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57C7FF">
              <a:alpha val="92000"/>
            </a:srgbClr>
          </a:solidFill>
          <a:ln w="12700">
            <a:solidFill>
              <a:srgbClr val="57C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76402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Build habits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47091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9B63FF">
              <a:alpha val="92000"/>
            </a:srgbClr>
          </a:solidFill>
          <a:ln w="12700">
            <a:solidFill>
              <a:srgbClr val="9B6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4764024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11E"/>
                </a:solidFill>
              </a:rPr>
              <a:t>Level 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8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3E0"/>
                </a:solidFill>
              </a:rPr>
              <a:t>coachfi.ai  ·  Solana Hackathon Pitch</a:t>
            </a:r>
            <a:endParaRPr lang="en-US" sz="1600" dirty="0"/>
          </a:p>
        </p:txBody>
      </p:sp>
      <p:pic>
        <p:nvPicPr>
          <p:cNvPr id="13" name="Image 0" descr="/mnt/data/coachfi_avatar_cle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8316" y="3154680"/>
            <a:ext cx="805647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CoachFi - Solana Hackathon Pitch</dc:title>
  <dc:subject>CoachFi hackathon pitch deck</dc:subject>
  <dc:creator>OpenAI</dc:creator>
  <cp:lastModifiedBy>OpenAI</cp:lastModifiedBy>
  <cp:revision>1</cp:revision>
  <dcterms:created xsi:type="dcterms:W3CDTF">2026-04-15T20:26:10Z</dcterms:created>
  <dcterms:modified xsi:type="dcterms:W3CDTF">2026-04-15T20:26:10Z</dcterms:modified>
</cp:coreProperties>
</file>