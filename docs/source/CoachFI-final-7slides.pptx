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AI avatar image: user-provided/AI-generated asset in conversation.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World Bank Global Findex Database 2025: adults with accounts; emergency money access; saving in financial accounts. https://www.worldbank.org/en/publication/globalfindex
- World Economic Forum, Global Retail Investor Outlook 2025: 40% of non-investors cite fear of losing money. https://www.weforum.org/publications/global-retail-investor-outlook-2025/key-insights-global-retail-investor-outlook-2025/
- OECD PISA 2022 Results, Volume IV: 18% lacking basic financial literacy among OECD participants. https://www.oecd.org/en/publications/pisa-2022-results-volume-iv_5a849c2a-en.html
- ESMA retail CFD risk warnings: 74–89% of retail accounts lose money. https://www.esma.europa.eu/press-news/esma-news/esma-agrees-prohibit-binary-options-and-restrict-cfds-protect-retail-investors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Founder experience and community claims are based on founder-provided background in this conversation.
- AI avatar image: user-provided/AI-generated asset in conversation.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World Bank Global Findex Database 2025: account ownership and savings context. https://www.worldbank.org/en/publication/globalfindex
- Triple-A crypto ownership data: 560M+ crypto owners globally. https://www.triple-a.io/cryptocurrency-ownership-data
- World Economic Forum, Global Retail Investor Outlook 2025: fear of losing money as a barrier. https://www.weforum.org/publications/global-retail-investor-outlook-2025/key-insights-global-retail-investor-outlook-2025/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AI avatar image: user-provided/AI-generated asset in conversation.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CoachFi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FF"/>
                </a:solidFill>
              </a:rPr>
              <a:t>AI coach for financial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From financial chaos to financial readiness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4FF"/>
                </a:solidFill>
              </a:rPr>
              <a:t>CoachFi is an AI Avatar Coach that helps people build saving habits, understand money, and learn investing step by step — with gamified on-chain rewards.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653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4A"/>
                </a:solidFill>
              </a:rPr>
              <a:t>AI coach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0" y="182880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8653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4A"/>
                </a:solidFill>
              </a:rPr>
              <a:t>Habit loops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16352" y="182880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8653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4A"/>
                </a:solidFill>
              </a:rPr>
              <a:t>On-chain XP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2286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F"/>
                </a:solidFill>
              </a:rPr>
              <a:t>People get access to markets before they are ready for them. CoachFi closes that gap first.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" y="29718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C4FF"/>
                </a:solidFill>
              </a:rPr>
              <a:t>Start with money basics, budgets, habits, and confidence. Then unlock investing and trading education only when the user is ready.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720840" y="1024128"/>
            <a:ext cx="4160520" cy="4754880"/>
          </a:xfrm>
          <a:prstGeom prst="roundRect">
            <a:avLst>
              <a:gd name="adj" fmla="val 2637"/>
            </a:avLst>
          </a:prstGeom>
          <a:solidFill>
            <a:srgbClr val="0E1F73"/>
          </a:solidFill>
          <a:ln w="15240">
            <a:solidFill>
              <a:srgbClr val="2C46B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mnt/data/user-RWgRtui29cRrKUCfWD0fkG5w/43d49d93c2d34e7fbebf862014ab0588/mnt/data/coachfi_avatar_clea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026" y="1234440"/>
            <a:ext cx="1201644" cy="4023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823960" y="1572768"/>
            <a:ext cx="1600200" cy="2651760"/>
          </a:xfrm>
          <a:prstGeom prst="roundRect">
            <a:avLst>
              <a:gd name="adj" fmla="val 4571"/>
            </a:avLst>
          </a:prstGeom>
          <a:solidFill>
            <a:srgbClr val="091342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0" y="1828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7FF"/>
                </a:solidFill>
              </a:rPr>
              <a:t>Coach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052560" y="210312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C4FF"/>
                </a:solidFill>
              </a:rPr>
              <a:t>Budget health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052560" y="2249424"/>
            <a:ext cx="1005840" cy="64008"/>
          </a:xfrm>
          <a:prstGeom prst="roundRect">
            <a:avLst>
              <a:gd name="adj" fmla="val 42857"/>
            </a:avLst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0" y="245059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C4FF"/>
                </a:solidFill>
              </a:rPr>
              <a:t>Saving streak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052560" y="2596896"/>
            <a:ext cx="1005840" cy="64008"/>
          </a:xfrm>
          <a:prstGeom prst="roundRect">
            <a:avLst>
              <a:gd name="adj" fmla="val 42857"/>
            </a:avLst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52560" y="27980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C4FF"/>
                </a:solidFill>
              </a:rPr>
              <a:t>Risk basics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052560" y="2944368"/>
            <a:ext cx="1005840" cy="64008"/>
          </a:xfrm>
          <a:prstGeom prst="roundRect">
            <a:avLst>
              <a:gd name="adj" fmla="val 42857"/>
            </a:avLst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52560" y="314553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C4FF"/>
                </a:solidFill>
              </a:rPr>
              <a:t>Investing 101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052560" y="3291840"/>
            <a:ext cx="1005840" cy="64008"/>
          </a:xfrm>
          <a:prstGeom prst="roundRect">
            <a:avLst>
              <a:gd name="adj" fmla="val 42857"/>
            </a:avLst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52560" y="349300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C4FF"/>
                </a:solidFill>
              </a:rPr>
              <a:t>Next lesson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52560" y="3639312"/>
            <a:ext cx="1005840" cy="64008"/>
          </a:xfrm>
          <a:prstGeom prst="roundRect">
            <a:avLst>
              <a:gd name="adj" fmla="val 42857"/>
            </a:avLst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95160" y="54132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Learn money. Build habits. Level up.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CoachFi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FF"/>
                </a:solidFill>
              </a:rPr>
              <a:t>AI coach for financial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Why people do not start — or treat markets like gambling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4FF"/>
                </a:solidFill>
              </a:rPr>
              <a:t>The barriers are emotional, educational, and financial — not just technical.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2240280" cy="1417320"/>
          </a:xfrm>
          <a:prstGeom prst="roundRect">
            <a:avLst>
              <a:gd name="adj" fmla="val 5806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874520"/>
            <a:ext cx="137160" cy="137160"/>
          </a:xfrm>
          <a:prstGeom prst="ellipse">
            <a:avLst/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196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💸 “I have no money to start”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112264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Many first-time users feel they need large capital before they can even begin learning.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691640"/>
            <a:ext cx="2240280" cy="1417320"/>
          </a:xfrm>
          <a:prstGeom prst="roundRect">
            <a:avLst>
              <a:gd name="adj" fmla="val 5806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874520"/>
            <a:ext cx="137160" cy="137160"/>
          </a:xfrm>
          <a:prstGeom prst="ellipse">
            <a:avLst/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196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😨 Fear of losing money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2112264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Without structure and risk literacy, the market feels closer to gambling than growth.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691640"/>
            <a:ext cx="2240280" cy="1417320"/>
          </a:xfrm>
          <a:prstGeom prst="roundRect">
            <a:avLst>
              <a:gd name="adj" fmla="val 5806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42432" y="1874520"/>
            <a:ext cx="137160" cy="137160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8196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🏫 No real finance education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42432" y="2112264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People leave school expected to manage money for life without systematic training.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01000" y="1691640"/>
            <a:ext cx="2240280" cy="1417320"/>
          </a:xfrm>
          <a:prstGeom prst="roundRect">
            <a:avLst>
              <a:gd name="adj" fmla="val 5806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1874520"/>
            <a:ext cx="137160" cy="137160"/>
          </a:xfrm>
          <a:prstGeom prst="ellipse">
            <a:avLst/>
          </a:prstGeom>
          <a:solidFill>
            <a:srgbClr val="FFD85C"/>
          </a:solidFill>
          <a:ln w="12700">
            <a:solidFill>
              <a:srgbClr val="FFD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8196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🧠 Weak money habits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65592" y="2112264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Most people do not need more noise. They need a guide, accountability, and repetition.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43000" y="3840480"/>
            <a:ext cx="2057400" cy="1097280"/>
          </a:xfrm>
          <a:prstGeom prst="roundRect">
            <a:avLst>
              <a:gd name="adj" fmla="val 75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4023360"/>
            <a:ext cx="109728" cy="109728"/>
          </a:xfrm>
          <a:prstGeom prst="ellipse">
            <a:avLst/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90472" y="3959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40%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426110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of non-investors avoid markets because they fear losing money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474720" y="3840480"/>
            <a:ext cx="2057400" cy="1097280"/>
          </a:xfrm>
          <a:prstGeom prst="roundRect">
            <a:avLst>
              <a:gd name="adj" fmla="val 75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4023360"/>
            <a:ext cx="109728" cy="109728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3959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18%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0" y="426110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of students across OECD participants lack basic financial literacy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806440" y="3840480"/>
            <a:ext cx="2057400" cy="1097280"/>
          </a:xfrm>
          <a:prstGeom prst="roundRect">
            <a:avLst>
              <a:gd name="adj" fmla="val 75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4023360"/>
            <a:ext cx="109728" cy="109728"/>
          </a:xfrm>
          <a:prstGeom prst="ellipse">
            <a:avLst/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3959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56%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89320" y="426110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of adults say they can access emergency money reliably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2057400" cy="1097280"/>
          </a:xfrm>
          <a:prstGeom prst="roundRect">
            <a:avLst>
              <a:gd name="adj" fmla="val 75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4023360"/>
            <a:ext cx="109728" cy="109728"/>
          </a:xfrm>
          <a:prstGeom prst="ellipse">
            <a:avLst/>
          </a:prstGeom>
          <a:solidFill>
            <a:srgbClr val="FF7AB8"/>
          </a:solidFill>
          <a:ln w="12700">
            <a:solidFill>
              <a:srgbClr val="FF7A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3959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74–89%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21040" y="426110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of retail CFD accounts lose money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A2FF"/>
                </a:solidFill>
              </a:rPr>
              <a:t>Access to markets is growing faster than financial readiness.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CoachFi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FF"/>
                </a:solidFill>
              </a:rPr>
              <a:t>AI coach for financial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Why me — founder + market fit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4FF"/>
                </a:solidFill>
              </a:rPr>
              <a:t>This startup comes from seeing the same user failure pattern from every angle.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828800"/>
            <a:ext cx="137160" cy="137160"/>
          </a:xfrm>
          <a:prstGeom prst="ellipse">
            <a:avLst/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Industry exposure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066544"/>
            <a:ext cx="2002536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Worked for a crypto exchange, a CFD broker, and EXANTE — with direct exposure to global multi-asset markets and investor onboarding.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828800"/>
            <a:ext cx="137160" cy="137160"/>
          </a:xfrm>
          <a:prstGeom prst="ellipse">
            <a:avLst/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Audience exposure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2066544"/>
            <a:ext cx="2002536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Led a community of 3,500 traders during WSOT 2024 and learned how people behave when money and emotions collide.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164592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1828800"/>
            <a:ext cx="137160" cy="137160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Live education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5312" y="2066544"/>
            <a:ext cx="2002536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I run a YouTube live trading channel where I explain my decision-making in real time — and see exactly where people hesitate, panic, or overtrade.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03920" y="1536192"/>
            <a:ext cx="2926080" cy="4389120"/>
          </a:xfrm>
          <a:prstGeom prst="roundRect">
            <a:avLst>
              <a:gd name="adj" fmla="val 3750"/>
            </a:avLst>
          </a:prstGeom>
          <a:solidFill>
            <a:srgbClr val="0E1F73"/>
          </a:solidFill>
          <a:ln w="13970">
            <a:solidFill>
              <a:srgbClr val="2C46BD"/>
            </a:solidFill>
            <a:prstDash val="solid"/>
          </a:ln>
        </p:spPr>
      </p:sp>
      <p:pic>
        <p:nvPicPr>
          <p:cNvPr id="19" name="Image 0" descr="/mnt/data/user-RWgRtui29cRrKUCfWD0fkG5w/43d49d93c2d34e7fbebf862014ab0588/mnt/data/coachfi_avatar_head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941022"/>
            <a:ext cx="1828800" cy="224443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869680" y="45262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Core insight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0" y="4800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FF"/>
                </a:solidFill>
              </a:rPr>
              <a:t>People can open an account in minutes — but they still lack education, habits, and a decision-making framework.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A2FF"/>
                </a:solidFill>
              </a:rPr>
              <a:t>I am not building another trading app. I am building the layer people need before they can use one well.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CoachFi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FF"/>
                </a:solidFill>
              </a:rPr>
              <a:t>AI coach for financial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Meet CoachFi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4FF"/>
                </a:solidFill>
              </a:rPr>
              <a:t>An AI financial readiness engine that guides users from saving basics to investing confidence.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58368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2084832"/>
            <a:ext cx="457200" cy="457200"/>
          </a:xfrm>
          <a:prstGeom prst="ellipse">
            <a:avLst/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218541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4B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Assess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Financial health, time, goals, risk basics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C4FF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971800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21608" y="2084832"/>
            <a:ext cx="457200" cy="457200"/>
          </a:xfrm>
          <a:prstGeom prst="ellipse">
            <a:avLst/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218541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4B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82112" y="26974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Personalize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36392" y="29992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AI avatar builds the right path for this user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C4FF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285232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084832"/>
            <a:ext cx="457200" cy="457200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18541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4B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95544" y="26974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Teach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9824" y="29992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Micro-lessons, quizzes, and bite-size tasks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78624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C4FF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598664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48472" y="2084832"/>
            <a:ext cx="457200" cy="457200"/>
          </a:xfrm>
          <a:prstGeom prst="ellipse">
            <a:avLst/>
          </a:prstGeom>
          <a:solidFill>
            <a:srgbClr val="FFD85C"/>
          </a:solidFill>
          <a:ln w="12700">
            <a:solidFill>
              <a:srgbClr val="FFD8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218541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4B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08976" y="26974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Track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63256" y="29992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Streaks, progress, readiness score, milestones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92056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C4FF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912096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61904" y="2084832"/>
            <a:ext cx="457200" cy="457200"/>
          </a:xfrm>
          <a:prstGeom prst="ellipse">
            <a:avLst/>
          </a:prstGeom>
          <a:solidFill>
            <a:srgbClr val="FF7AB8"/>
          </a:solidFill>
          <a:ln w="12700">
            <a:solidFill>
              <a:srgbClr val="FF7A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61904" y="218541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4B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2408" y="26974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Reward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76688" y="29992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On-chain badges, XP, unlocks, community 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14600" y="4572000"/>
            <a:ext cx="7132320" cy="1097280"/>
          </a:xfrm>
          <a:prstGeom prst="roundRect">
            <a:avLst>
              <a:gd name="adj" fmla="val 6667"/>
            </a:avLst>
          </a:prstGeom>
          <a:solidFill>
            <a:srgbClr val="091342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4828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We do not tell people what to buy. We help them become ready to decide.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A2FF"/>
                </a:solidFill>
              </a:rPr>
              <a:t>CoachFi starts with saving and readiness first — investing and trading come later, when earned.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CoachFi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FF"/>
                </a:solidFill>
              </a:rPr>
              <a:t>AI coach for financial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Product + execution: what we can ship fast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4FF"/>
                </a:solidFill>
              </a:rPr>
              <a:t>This is designed for fast iteration, strong retention loops, and a clear MVP.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49808" y="1691640"/>
            <a:ext cx="2743200" cy="3474720"/>
          </a:xfrm>
          <a:prstGeom prst="roundRect">
            <a:avLst>
              <a:gd name="adj" fmla="val 30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137160" cy="137160"/>
          </a:xfrm>
          <a:prstGeom prst="ellipse">
            <a:avLst/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19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30-day MVP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12264"/>
            <a:ext cx="241401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• onboarding + readiness assessment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• AI avatar intro 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• one guided path: saving + investing basics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• quizzes + streaks + reminders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• on-chain badge for completed progress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169164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9202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Prototype user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9080" y="2286000"/>
            <a:ext cx="1965960" cy="219456"/>
          </a:xfrm>
          <a:prstGeom prst="roundRect">
            <a:avLst>
              <a:gd name="adj" fmla="val 20833"/>
            </a:avLst>
          </a:prstGeom>
          <a:solidFill>
            <a:srgbClr val="0A164F"/>
          </a:solidFill>
          <a:ln w="7620">
            <a:solidFill>
              <a:srgbClr val="2C46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2340864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7FF"/>
                </a:solidFill>
              </a:rPr>
              <a:t>Open app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172200" y="2304288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C4FF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69080" y="2670048"/>
            <a:ext cx="1965960" cy="219456"/>
          </a:xfrm>
          <a:prstGeom prst="roundRect">
            <a:avLst>
              <a:gd name="adj" fmla="val 20833"/>
            </a:avLst>
          </a:prstGeom>
          <a:solidFill>
            <a:srgbClr val="11257F"/>
          </a:solidFill>
          <a:ln w="7620">
            <a:solidFill>
              <a:srgbClr val="2C46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2724912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7FF"/>
                </a:solidFill>
              </a:rPr>
              <a:t>Answer 6 questions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172200" y="2688336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C4FF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69080" y="3054096"/>
            <a:ext cx="1965960" cy="219456"/>
          </a:xfrm>
          <a:prstGeom prst="roundRect">
            <a:avLst>
              <a:gd name="adj" fmla="val 20833"/>
            </a:avLst>
          </a:prstGeom>
          <a:solidFill>
            <a:srgbClr val="0A164F"/>
          </a:solidFill>
          <a:ln w="7620">
            <a:solidFill>
              <a:srgbClr val="2C46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310896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7FF"/>
                </a:solidFill>
              </a:rPr>
              <a:t>Get AI path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172200" y="3072384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C4FF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69080" y="3438144"/>
            <a:ext cx="1965960" cy="219456"/>
          </a:xfrm>
          <a:prstGeom prst="roundRect">
            <a:avLst>
              <a:gd name="adj" fmla="val 20833"/>
            </a:avLst>
          </a:prstGeom>
          <a:solidFill>
            <a:srgbClr val="11257F"/>
          </a:solidFill>
          <a:ln w="7620">
            <a:solidFill>
              <a:srgbClr val="2C46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349300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7FF"/>
                </a:solidFill>
              </a:rPr>
              <a:t>Finish lesson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172200" y="3456432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C4FF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69080" y="3822192"/>
            <a:ext cx="1965960" cy="219456"/>
          </a:xfrm>
          <a:prstGeom prst="roundRect">
            <a:avLst>
              <a:gd name="adj" fmla="val 20833"/>
            </a:avLst>
          </a:prstGeom>
          <a:solidFill>
            <a:srgbClr val="0A164F"/>
          </a:solidFill>
          <a:ln w="7620">
            <a:solidFill>
              <a:srgbClr val="2C46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87952" y="387705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7FF"/>
                </a:solidFill>
              </a:rPr>
              <a:t>Pass quiz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172200" y="3840480"/>
            <a:ext cx="228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C4FF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69080" y="4206240"/>
            <a:ext cx="1965960" cy="219456"/>
          </a:xfrm>
          <a:prstGeom prst="roundRect">
            <a:avLst>
              <a:gd name="adj" fmla="val 20833"/>
            </a:avLst>
          </a:prstGeom>
          <a:solidFill>
            <a:srgbClr val="11257F"/>
          </a:solidFill>
          <a:ln w="7620">
            <a:solidFill>
              <a:srgbClr val="2C46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4261104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4F7FF"/>
                </a:solidFill>
              </a:rPr>
              <a:t>Earn badge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360920" y="1691640"/>
            <a:ext cx="4069080" cy="3474720"/>
          </a:xfrm>
          <a:prstGeom prst="roundRect">
            <a:avLst>
              <a:gd name="adj" fmla="val 2105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920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23317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E6A7"/>
                </a:solidFill>
              </a:rPr>
              <a:t>B2C freemium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35240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B7C4FF"/>
                </a:solidFill>
              </a:rPr>
              <a:t>Free basics + premium paths, deeper coaching, and advanced modules.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7635240" y="303580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E3E8"/>
                </a:solidFill>
              </a:rPr>
              <a:t>B2B2C partnerships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35240" y="32461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B7C4FF"/>
                </a:solidFill>
              </a:rPr>
              <a:t>Exchanges, fintechs, and communities can use CoachFi to onboard and retain users better.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7635240" y="382219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CFF"/>
                </a:solidFill>
              </a:rPr>
              <a:t>Retention wedge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3524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B7C4FF"/>
                </a:solidFill>
              </a:rPr>
              <a:t>Streaks, progress, and on-chain achievement make learning sticky and visible.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A2FF"/>
                </a:solidFill>
              </a:rPr>
              <a:t>This is a startup pitch, not just a product concept: clear MVP, clear loop, clear monetization.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CoachFi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FF"/>
                </a:solidFill>
              </a:rPr>
              <a:t>AI coach for financial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Why now — and why Solana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4FF"/>
                </a:solidFill>
              </a:rPr>
              <a:t>The wedge is timely: huge adoption, weak readiness, and the right rails for consumer-scale rewards.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20240"/>
            <a:ext cx="109728" cy="109728"/>
          </a:xfrm>
          <a:prstGeom prst="ellipse">
            <a:avLst/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56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79%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157984"/>
            <a:ext cx="1874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of adults globally already have a financial account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920240"/>
            <a:ext cx="109728" cy="109728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856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560M+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157984"/>
            <a:ext cx="1874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people already own crypto globally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69280" y="173736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920240"/>
            <a:ext cx="109728" cy="109728"/>
          </a:xfrm>
          <a:prstGeom prst="ellipse">
            <a:avLst/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856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40%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52160" y="2157984"/>
            <a:ext cx="1874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of non-investors cite fear of losing money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092440" y="173736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920240"/>
            <a:ext cx="109728" cy="109728"/>
          </a:xfrm>
          <a:prstGeom prst="ellipse">
            <a:avLst/>
          </a:prstGeom>
          <a:solidFill>
            <a:srgbClr val="FFD85C"/>
          </a:solidFill>
          <a:ln w="12700">
            <a:solidFill>
              <a:srgbClr val="FFD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1856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F"/>
                </a:solidFill>
              </a:rPr>
              <a:t>$0.00x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2157984"/>
            <a:ext cx="1874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7C4FF"/>
                </a:solidFill>
              </a:rPr>
              <a:t>micro-reward economics matter for learning behavior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68680" y="3337560"/>
            <a:ext cx="3246120" cy="1920240"/>
          </a:xfrm>
          <a:prstGeom prst="roundRect">
            <a:avLst>
              <a:gd name="adj" fmla="val 4286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" y="3520440"/>
            <a:ext cx="137160" cy="137160"/>
          </a:xfrm>
          <a:prstGeom prst="ellipse">
            <a:avLst/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3465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Why the market is big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3272" y="3758184"/>
            <a:ext cx="291693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CoachFi sits between financial literacy, first-time investors, exchanges, and Web3 communities. It is a mass-market education wedge — not a niche trading tool.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333756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3520440"/>
            <a:ext cx="137160" cy="137160"/>
          </a:xfrm>
          <a:prstGeom prst="ellipse">
            <a:avLst/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65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Why Solana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45152" y="3758184"/>
            <a:ext cx="236829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Cheap, fast transactions make instant rewards, badges, and visible progress possible without destroying unit economics.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43800" y="3337560"/>
            <a:ext cx="2926080" cy="1920240"/>
          </a:xfrm>
          <a:prstGeom prst="roundRect">
            <a:avLst>
              <a:gd name="adj" fmla="val 4286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3520440"/>
            <a:ext cx="137160" cy="137160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34655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</a:rPr>
              <a:t>Why this can scale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08392" y="3758184"/>
            <a:ext cx="259689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4FF"/>
                </a:solidFill>
              </a:rPr>
              <a:t>One product can sell to users directly and also plug into platforms that want safer onboarding and better retention.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A2FF"/>
                </a:solidFill>
              </a:rPr>
              <a:t>Solana makes “proof of progress” viable at consumer scale.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CoachFi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FF"/>
                </a:solidFill>
              </a:rPr>
              <a:t>AI coach for financial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We build people before they build portfolios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4FF"/>
                </a:solidFill>
              </a:rPr>
              <a:t>CoachFi turns financial education into behavior change — and behavior change into scalable on-chain growth.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F"/>
                </a:solidFill>
              </a:rPr>
              <a:t>The next generation will not learn money from PDFs and random market noise.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591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4FF"/>
                </a:solidFill>
              </a:rPr>
              <a:t>They will learn from an intelligent coach that is personal, behavioral, and always 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315468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66E6A7"/>
          </a:solidFill>
          <a:ln w="12700">
            <a:solidFill>
              <a:srgbClr val="66E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191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4A"/>
                </a:solidFill>
              </a:rPr>
              <a:t>Saving first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31546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54E3E8"/>
          </a:solidFill>
          <a:ln w="12700">
            <a:solidFill>
              <a:srgbClr val="54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1912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4A"/>
                </a:solidFill>
              </a:rPr>
              <a:t>Readiness engine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84448" y="315468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9B7CFF"/>
          </a:solidFill>
          <a:ln w="12700">
            <a:solidFill>
              <a:srgbClr val="9B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19125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4A"/>
                </a:solidFill>
              </a:rPr>
              <a:t>AI guidance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10912" y="315468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FFD85C"/>
          </a:solidFill>
          <a:ln w="12700">
            <a:solidFill>
              <a:srgbClr val="FFD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31912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4A"/>
                </a:solidFill>
              </a:rPr>
              <a:t>On-chain proof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CoachFi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49808" y="4343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4FF"/>
                </a:solidFill>
              </a:rPr>
              <a:t>AI coach for financial readiness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9640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F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86800" y="214884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0E1F73"/>
          </a:solidFill>
          <a:ln w="12700">
            <a:solidFill>
              <a:srgbClr val="2C46BD"/>
            </a:solidFill>
            <a:prstDash val="solid"/>
          </a:ln>
        </p:spPr>
      </p:sp>
      <p:pic>
        <p:nvPicPr>
          <p:cNvPr id="20" name="Image 0" descr="/mnt/data/user-RWgRtui29cRrKUCfWD0fkG5w/43d49d93c2d34e7fbebf862014ab0588/mnt/data/coachfi_avatar_clea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5544" y="2240280"/>
            <a:ext cx="682752" cy="2286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851392" y="466344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B7C4FF"/>
                </a:solidFill>
              </a:rPr>
              <a:t>3 min. One message.</a:t>
            </a:r>
            <a:endParaRPr lang="en-US" sz="890" dirty="0"/>
          </a:p>
          <a:p>
            <a:pPr algn="ctr" indent="0" marL="0">
              <a:buNone/>
            </a:pPr>
            <a:r>
              <a:rPr lang="en-US" sz="890" dirty="0">
                <a:solidFill>
                  <a:srgbClr val="B7C4FF"/>
                </a:solidFill>
              </a:rPr>
              <a:t>People need a coach before they need another trading app.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CoachFi - Roast My Solana Startup</dc:title>
  <dc:subject>CoachFi pitch deck</dc:subject>
  <dc:creator>OpenAI</dc:creator>
  <cp:lastModifiedBy>OpenAI</cp:lastModifiedBy>
  <cp:revision>1</cp:revision>
  <dcterms:created xsi:type="dcterms:W3CDTF">2026-04-16T14:19:54Z</dcterms:created>
  <dcterms:modified xsi:type="dcterms:W3CDTF">2026-04-16T14:19:54Z</dcterms:modified>
</cp:coreProperties>
</file>